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10725912" cy="5989320"/>
          </a:xfrm>
          <a:prstGeom prst="roundRect">
            <a:avLst>
              <a:gd name="adj" fmla="val 2748"/>
            </a:avLst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731520"/>
            <a:ext cx="2560320" cy="310896"/>
          </a:xfrm>
          <a:prstGeom prst="roundRect">
            <a:avLst>
              <a:gd name="adj" fmla="val 17647"/>
            </a:avLst>
          </a:prstGeom>
          <a:solidFill>
            <a:srgbClr val="0284C7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73152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MEGA PROJECT PRESENTATION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97280" y="114300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NEIGHBORHOOD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NETWORK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22402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Hyperlocal Community Service &amp; Emergency Assistance Platform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2651760"/>
            <a:ext cx="996696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PRESENTED BY: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333756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131B2E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356616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35661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35661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Atharva Patil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33756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131B2E"/>
          </a:solidFill>
          <a:ln w="15240">
            <a:solidFill>
              <a:srgbClr val="EC4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356616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5661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0" y="35661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Siddhi Pitambare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97280" y="457200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131B2E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480060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4800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94560" y="48006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Rushikesh Kudalkar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0" y="457200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131B2E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480060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800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0" y="48006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Abhishek Ingale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1031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PROJECT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Project in Short?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quick look at the core idea, problem, and proposed solution.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474720" cy="4800600"/>
          </a:xfrm>
          <a:prstGeom prst="roundRect">
            <a:avLst>
              <a:gd name="adj" fmla="val 3947"/>
            </a:avLst>
          </a:prstGeom>
          <a:solidFill>
            <a:srgbClr val="131B2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69164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916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Core Purpose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Hyperlocal web application for residential neighborhoods.
• Connects residents with verified nearby local technicians and workers.
• Provides 1-click Emergency SOS broadcast for urgent domestic hazards.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417320"/>
            <a:ext cx="3474720" cy="4800600"/>
          </a:xfrm>
          <a:prstGeom prst="roundRect">
            <a:avLst>
              <a:gd name="adj" fmla="val 3947"/>
            </a:avLst>
          </a:prstGeom>
          <a:solidFill>
            <a:srgbClr val="131B2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69164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6916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28600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Unreliable contact directories with unverified service workers.
• No real-time visibility of available help nearby.
• Delayed assistance during critical home emergencies.
• Heavy brokerage fees charged by aggregator platforms.
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417320"/>
            <a:ext cx="3474720" cy="4800600"/>
          </a:xfrm>
          <a:prstGeom prst="roundRect">
            <a:avLst>
              <a:gd name="adj" fmla="val 3947"/>
            </a:avLst>
          </a:prstGeom>
          <a:solidFill>
            <a:srgbClr val="131B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69164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6916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Our Solution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228600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Interactive 3D spatial map showing live nearby worker availability.
• 100% background-verified professionals with clear ratings.
• Direct multi-tier booking with upfront dynamic cost estimates.
• Instant emergency broadcast dispatch to nearest responders.
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1031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PROGRESS METRICS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Progress Status (in %)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implementation status across all subsystems of the complete project.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383280" cy="4800600"/>
          </a:xfrm>
          <a:prstGeom prst="roundRect">
            <a:avLst>
              <a:gd name="adj" fmla="val 4054"/>
            </a:avLst>
          </a:prstGeom>
          <a:solidFill>
            <a:srgbClr val="131B2E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OVERALL PROJECT PROGRESS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Current Development Phase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Frontend client UI &amp; 3D spatial prototypes are completed.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Core backend services, database schema, and payment pipelines are currently in active development.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7040880" cy="694944"/>
          </a:xfrm>
          <a:prstGeom prst="roundRect">
            <a:avLst>
              <a:gd name="adj" fmla="val 10526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856232"/>
            <a:ext cx="5074920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4904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Frontend UI &amp; Web Application Layouts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0" y="14904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Built &amp; Interactive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332720" y="147218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75%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2203704"/>
            <a:ext cx="7040880" cy="694944"/>
          </a:xfrm>
          <a:prstGeom prst="roundRect">
            <a:avLst>
              <a:gd name="adj" fmla="val 10526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26280" y="2642616"/>
            <a:ext cx="4736592" cy="12801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227685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3D Spatial Neighborhood Scene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0" y="22768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Prototype Ready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332720" y="22585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70%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2990088"/>
            <a:ext cx="7040880" cy="694944"/>
          </a:xfrm>
          <a:prstGeom prst="roundRect">
            <a:avLst>
              <a:gd name="adj" fmla="val 10526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3429000"/>
            <a:ext cx="4059936" cy="128016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3063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Service Directory &amp; Multi-Tier Booking Logic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3063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Client Logic Ready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332720" y="30449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60%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9120" y="3776472"/>
            <a:ext cx="7040880" cy="694944"/>
          </a:xfrm>
          <a:prstGeom prst="roundRect">
            <a:avLst>
              <a:gd name="adj" fmla="val 10526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6280" y="4215384"/>
            <a:ext cx="3383280" cy="12801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384962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Emergency SOS Dispatch Beacon Module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0" y="38496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UI &amp; State Ready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332720" y="383133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50%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0" y="4562856"/>
            <a:ext cx="7040880" cy="694944"/>
          </a:xfrm>
          <a:prstGeom prst="roundRect">
            <a:avLst>
              <a:gd name="adj" fmla="val 10526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26280" y="5001768"/>
            <a:ext cx="1353312" cy="12801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33" name="Text 31"/>
          <p:cNvSpPr/>
          <p:nvPr/>
        </p:nvSpPr>
        <p:spPr>
          <a:xfrm>
            <a:off x="4526280" y="46360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Backend REST APIs &amp; WebSockets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12480" y="46360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In Progress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332720" y="46177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</a:rPr>
              <a:t>20%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389120" y="5349240"/>
            <a:ext cx="7040880" cy="694944"/>
          </a:xfrm>
          <a:prstGeom prst="roundRect">
            <a:avLst>
              <a:gd name="adj" fmla="val 10526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26280" y="5788152"/>
            <a:ext cx="1014984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54223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Database Schema &amp; User Authentication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12480" y="54223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Upcoming Phase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332720" y="540410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15%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1031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COMPLETED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Achievements: Features Built Till Now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functionalities built and operating in the current web application.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474720" cy="2240280"/>
          </a:xfrm>
          <a:prstGeom prst="roundRect">
            <a:avLst>
              <a:gd name="adj" fmla="val 6122"/>
            </a:avLst>
          </a:prstGeom>
          <a:solidFill>
            <a:srgbClr val="131B2E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819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1. 3D Spatial Map Discovery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• Visual 3D neighborhood view showing nearby service workers.
• Interactive markers displaying live status (Available, On-Job, Emergency).
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474720" cy="2240280"/>
          </a:xfrm>
          <a:prstGeom prst="roundRect">
            <a:avLst>
              <a:gd name="adj" fmla="val 6122"/>
            </a:avLst>
          </a:prstGeom>
          <a:solidFill>
            <a:srgbClr val="131B2E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5819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</a:rPr>
              <a:t>2. Emergency SOS Alert System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26280" y="196596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• 1-touch urgent emergency broadcast for rapid assistance.
• Prioritizes nearest certified responders for plumbing, electric, or safety risks.
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1417320"/>
            <a:ext cx="3474720" cy="2240280"/>
          </a:xfrm>
          <a:prstGeom prst="roundRect">
            <a:avLst>
              <a:gd name="adj" fmla="val 6122"/>
            </a:avLst>
          </a:prstGeom>
          <a:solidFill>
            <a:srgbClr val="131B2E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5819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</a:rPr>
              <a:t>3. Multi-Tier Service Booking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138160" y="196596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• Offers Standard, Priority, and Emergency service tiers.
• Dynamic upfront price estimation and unique booking confirmation code.
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3474720" cy="2240280"/>
          </a:xfrm>
          <a:prstGeom prst="roundRect">
            <a:avLst>
              <a:gd name="adj" fmla="val 6122"/>
            </a:avLst>
          </a:prstGeom>
          <a:solidFill>
            <a:srgbClr val="131B2E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0050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18CF8"/>
                </a:solidFill>
              </a:rPr>
              <a:t>4. Verified Professional Directory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438912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• Categorized search across 8+ local service sectors.
• Displays worker ratings, completed jobs count, and verified skills.
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3400" y="3840480"/>
            <a:ext cx="3474720" cy="2240280"/>
          </a:xfrm>
          <a:prstGeom prst="roundRect">
            <a:avLst>
              <a:gd name="adj" fmla="val 6122"/>
            </a:avLst>
          </a:prstGeom>
          <a:solidFill>
            <a:srgbClr val="131B2E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40050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5. Worker Registration &amp; Onboarding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26280" y="438912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• Dedicated onboarding form for local workers to register their services.
• Allows tradespeople to list hourly rates, service areas, and contact details.
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55280" y="3840480"/>
            <a:ext cx="3474720" cy="2240280"/>
          </a:xfrm>
          <a:prstGeom prst="roundRect">
            <a:avLst>
              <a:gd name="adj" fmla="val 6122"/>
            </a:avLst>
          </a:prstGeom>
          <a:solidFill>
            <a:srgbClr val="131B2E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40050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B6D4"/>
                </a:solidFill>
              </a:rPr>
              <a:t>6. Pro Income Calculator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138160" y="438912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• Interactive calculator for technicians to project monthly and annual income.
• Dynamic computation based on hourly rates and jobs per week.
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1031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&amp; Tools Used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programming languages, frameworks, and graphics libraries used in the project.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606040" cy="480060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Frontend Development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28600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860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React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20040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TypeScript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411480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148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Vite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502920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0292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HTML5 / CSS3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29000" y="1417320"/>
            <a:ext cx="2606040" cy="480060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1645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3D &amp; Visual Graphics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11880" y="228600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2860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Three.js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11880" y="320040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32004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React Three Fiber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11880" y="411480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41148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React Three Drei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11880" y="502920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50292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WebGL Shaders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1417320"/>
            <a:ext cx="2606040" cy="480060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645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Styling &amp; UI Library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228600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2860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Tailwind CSS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320040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2004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Framer Motion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0" y="411480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41148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Lucide React Icons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502920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50292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PostCSS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823960" y="1417320"/>
            <a:ext cx="2606040" cy="480060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0" y="1645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Backend &amp; Database (In Progress)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006840" y="228600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06840" y="22860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Node.js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006840" y="320040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06840" y="32004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Express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006840" y="411480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06840" y="41148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WebSockets / Socket.io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006840" y="502920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06840" y="50292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PostgreSQL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1031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WORKFLOWS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Workflows: User &amp; Worker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operational flow for neighborhood residents and service professionals.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10725912" cy="2286000"/>
          </a:xfrm>
          <a:prstGeom prst="roundRect">
            <a:avLst>
              <a:gd name="adj" fmla="val 6000"/>
            </a:avLst>
          </a:prstGeom>
          <a:solidFill>
            <a:srgbClr val="131B2E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👤 USER / RESIDENT WORKFLOW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92024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0116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Step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43000" y="22677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Browse &amp; Search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25603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View 3D map or search directory for required service.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11880" y="192024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20116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Step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749040" y="22677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Select Service Tier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25603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Choose Standard, Priority, or trigger 1-click Emergency SOS.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92024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0116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Step 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55080" y="22677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Confirm Booking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5603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Select time slot, enter address, and get dynamic cost estimate.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823960" y="192024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0" y="20116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Step 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961120" y="22677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Service &amp; Review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61120" y="25603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Worker arrives, job completed, user leaves verified review.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" y="3886200"/>
            <a:ext cx="10725912" cy="2286000"/>
          </a:xfrm>
          <a:prstGeom prst="roundRect">
            <a:avLst>
              <a:gd name="adj" fmla="val 6000"/>
            </a:avLst>
          </a:prstGeom>
          <a:solidFill>
            <a:srgbClr val="131B2E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🛠️ WORKER / PROFESSIONAL WORKFLOW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05840" y="438912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44805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Step 1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43000" y="47365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Registration &amp; KYC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3000" y="50292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Register skills, service category, hourly rate, and ID proof.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11880" y="438912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44805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Step 2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749040" y="47365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Live Availability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49040" y="50292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Toggle active status on the neighborhood map to receive requests.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438912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44805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Step 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55080" y="47365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Accept Request / SOS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55080" y="50292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Receive instant notification for standard bookings or SOS alerts.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823960" y="438912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0" y="44805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Step 4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961120" y="47365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Job Execution &amp; Pay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961120" y="50292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Complete task at location, receive payment, and build reputation.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1031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FUTURE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Going to Do Next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remaining modules and milestones to complete the full-fledged web application.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606040" cy="480060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45920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4592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Phase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Backend API &amp; WebSockets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2240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• Build Node.js and Express REST API.
• Implement WebSocket server for live worker location and real-time SOS alerts.
• Connect client state to live backend.
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0" y="1417320"/>
            <a:ext cx="2606040" cy="480060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1645920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64592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18CF8"/>
                </a:solidFill>
              </a:rPr>
              <a:t>Phase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11880" y="20574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Database &amp; Authentication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11880" y="2743200"/>
            <a:ext cx="2240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• Design PostgreSQL database schema.
• Implement secure JWT authentication for Residents and Workers.
• Worker document and KYC verification storage.
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2606040" cy="480060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645920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64592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Phase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09360" y="20574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Payment Gateway Integration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743200"/>
            <a:ext cx="2240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• Integrate payment gateway (Razorpay / Stripe).
• Implement escrow holding until job completion sign-off.
• Automated worker payout mechanism.
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23960" y="1417320"/>
            <a:ext cx="2606040" cy="480060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6840" y="1645920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06840" y="164592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Phase 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006840" y="20574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Full App Testing &amp; Mobile PWA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06840" y="2743200"/>
            <a:ext cx="2240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• End-to-end integration and load testing.
• Cross-platform Progressive Web App (PWA) deployment.
• Push notifications for mobile devices.
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1031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summary of key takeaways, expected impact, and project status.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474720" cy="3200400"/>
          </a:xfrm>
          <a:prstGeom prst="roundRect">
            <a:avLst>
              <a:gd name="adj" fmla="val 4286"/>
            </a:avLst>
          </a:prstGeom>
          <a:solidFill>
            <a:srgbClr val="131B2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Community Impact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Creates a safe, self-reliant neighborhood network connecting residents directly with vetted local professionals and fast emergency assistance.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474720" cy="3200400"/>
          </a:xfrm>
          <a:prstGeom prst="roundRect">
            <a:avLst>
              <a:gd name="adj" fmla="val 4286"/>
            </a:avLst>
          </a:prstGeom>
          <a:solidFill>
            <a:srgbClr val="131B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Technical Innovation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Combines 3D spatial mapping with dynamic real-time booking and SOS dispatch to provide an intuitive user experience.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417320"/>
            <a:ext cx="3474720" cy="3200400"/>
          </a:xfrm>
          <a:prstGeom prst="roundRect">
            <a:avLst>
              <a:gd name="adj" fmla="val 4286"/>
            </a:avLst>
          </a:prstGeom>
          <a:solidFill>
            <a:srgbClr val="131B2E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Current Status &amp; Vision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83880" y="219456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Interactive frontend prototype completed (~40% total project); currently advancing toward backend, database, and payment integration.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846320"/>
            <a:ext cx="10725912" cy="13716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9834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THANK YOU! ANY QUESTIONS?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55321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Atharva Patil  •  Siddhi Pitambare  •  Rushikesh Kudalkar  •  Abhishek Ingale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Smart Neighborhood Help Network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Neighborhood Help Network - Mega Project Presentation</dc:title>
  <dc:subject>PptxGenJS Presentation</dc:subject>
  <dc:creator>Atharva Patil, Siddhi Pitambare, Rushikesh Kudalkar, Abhishek Ingale</dc:creator>
  <cp:lastModifiedBy>Atharva Patil, Siddhi Pitambare, Rushikesh Kudalkar, Abhishek Ingale</cp:lastModifiedBy>
  <cp:revision>1</cp:revision>
  <dcterms:created xsi:type="dcterms:W3CDTF">2026-10-03T17:26:47Z</dcterms:created>
  <dcterms:modified xsi:type="dcterms:W3CDTF">2026-10-03T17:26:47Z</dcterms:modified>
</cp:coreProperties>
</file>